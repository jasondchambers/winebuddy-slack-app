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52BF-0357-E2A5-4AEF-3E4D9FAC5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31956-4032-987C-4927-9191FD40F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C5966-B203-61FF-0F05-305EBC1DB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4E005-56AC-E664-297B-C3B54A24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E2A9-0E47-0D3E-C6E6-AE1811B0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4166-E6F7-3A00-B743-1E98A537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2214-DDBC-16A3-CEA8-94D072E2D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083F-55F3-07E6-E173-4C3DC911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6844-BFC1-08C4-3E5A-384D571E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CC1C5-D873-8227-6E9D-43A0E4E8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7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59A9-C8B4-E232-4D53-8A69FDC1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AAEDD-9542-3419-DC2F-6F1FC5FF8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9CE4F-03BB-E19F-BED0-6B9E2CB5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01B6-4DC4-4513-5307-D2516325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A112-37AC-5223-6721-56A9D848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3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BCED-559B-985C-34C0-59467E168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ACAAA-533E-6EEF-1FEB-4DE875963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AAD08-6C90-8245-09AF-4C48DB394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3A86E-E343-1DC9-C6EE-5B1DFA4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DD6F8-3F26-97BE-61D7-48F16BAE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5F9D1-DC8B-D510-204D-72BF4019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2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B4E7-413E-7803-4A89-73C27464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FFEE5-24F8-CDA1-3EA4-54B64A494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C4A9C-4747-E09F-CEB6-F898716B9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6AAE0-DC42-6F1C-20F7-29EE7F510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BB512-3C23-95A0-ADAC-FF2B66379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9D9FA0-F910-67B3-610A-BB2C45C8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DD20C-6E73-5D60-8637-2C11E8F74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2291C-CC30-5C37-037D-504A9F0D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19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9ED0-6CB6-4915-519E-A14C39F3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67E88-E045-8A95-02BE-55D9100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4D57C-419E-01A4-7075-5E5C2A9E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D34BD-4C38-D19B-BBDA-BA654D7B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9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3A408-2046-9F1A-4EAD-1E6C1210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EAEFB-E3D5-335E-807E-311991FB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A302A-FD4A-4EB6-240D-1BF32287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7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9021-6250-6C97-EF1B-FA4EEC255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E174F-9792-50C3-1589-194B5A73B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391ED-2BBF-FAFD-3131-D71CE87F2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2B27C-2FFB-82DC-C7E2-4AA6D31B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7FA0C-A826-A101-89F8-C315C88C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FDFC2-1E27-2790-C7FA-8689C162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6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320F-B49C-7786-61A8-A30FBEE2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AD21D-3A3C-F2AC-4BA8-8BB30B091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DD1CE-E43A-A203-EB76-03D7EE919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16810-5050-6B60-47D2-6BF55E6B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55C06-91BD-E484-28D2-5E2F3B84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355B4-0934-108F-AA16-F4D563B7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4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808D-2452-2764-9C97-12986C83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65B8A-6F76-3EFD-4EB0-1F1858C9B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69319-A993-59BE-861D-3E54FA987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5B69A-C290-94D0-9AE5-4B1930AC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5C54-513F-D949-A4BE-373B07D2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1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10D59-5C45-AA5E-F855-A72D88F22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2BD43-A0E4-D116-B78C-8E1515A8F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23515-5DC8-8CEB-E322-504037D59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C3A08-F886-D1C3-E1F2-A03003A2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50FD3-2131-E63B-AE0B-B22876DD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2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F8BA6-E2C2-7CA3-50FA-9D4661EB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7C70-74A2-E8B7-F59E-BFB02C2EE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8A0F-F7AA-17B7-B5F8-0F8DE3DA6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CBB34-DE27-EA4B-8E46-0D43FF2E02D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DFA3D-D8CD-4597-5E02-C2DE1FDB4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A9F8C-78EC-1316-7649-69C196FC0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3BA2F-F76F-444C-8E29-F4642B0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7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>
            <a:extLst>
              <a:ext uri="{FF2B5EF4-FFF2-40B4-BE49-F238E27FC236}">
                <a16:creationId xmlns:a16="http://schemas.microsoft.com/office/drawing/2014/main" id="{8A43323F-4A23-10BA-BC4B-03D4E272B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447" y="1135929"/>
            <a:ext cx="1905000" cy="14224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EAC814-F02C-D052-00FA-9915D3E6C1B8}"/>
              </a:ext>
            </a:extLst>
          </p:cNvPr>
          <p:cNvSpPr/>
          <p:nvPr/>
        </p:nvSpPr>
        <p:spPr>
          <a:xfrm>
            <a:off x="7558070" y="2719527"/>
            <a:ext cx="1752744" cy="99615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603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WineBuddy</a:t>
            </a:r>
            <a:r>
              <a:rPr lang="en-US" sz="1200" dirty="0"/>
              <a:t> CLI</a:t>
            </a:r>
          </a:p>
        </p:txBody>
      </p:sp>
      <p:sp>
        <p:nvSpPr>
          <p:cNvPr id="5" name="Magnetic Disk 4">
            <a:extLst>
              <a:ext uri="{FF2B5EF4-FFF2-40B4-BE49-F238E27FC236}">
                <a16:creationId xmlns:a16="http://schemas.microsoft.com/office/drawing/2014/main" id="{386C1251-B556-2B87-06F5-AA38F94BC926}"/>
              </a:ext>
            </a:extLst>
          </p:cNvPr>
          <p:cNvSpPr/>
          <p:nvPr/>
        </p:nvSpPr>
        <p:spPr>
          <a:xfrm>
            <a:off x="7473190" y="4533290"/>
            <a:ext cx="1752744" cy="1105785"/>
          </a:xfrm>
          <a:prstGeom prst="flowChartMagneticDisk">
            <a:avLst/>
          </a:prstGeom>
          <a:solidFill>
            <a:schemeClr val="tx2">
              <a:lumMod val="50000"/>
              <a:lumOff val="50000"/>
            </a:schemeClr>
          </a:solidFill>
          <a:ln w="603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cellar.db</a:t>
            </a:r>
            <a:r>
              <a:rPr lang="en-US" sz="1200" dirty="0"/>
              <a:t> (SQLite)</a:t>
            </a: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7FB9A7B3-8986-EECF-D759-701A7A06AB7D}"/>
              </a:ext>
            </a:extLst>
          </p:cNvPr>
          <p:cNvSpPr/>
          <p:nvPr/>
        </p:nvSpPr>
        <p:spPr>
          <a:xfrm>
            <a:off x="10467813" y="2935436"/>
            <a:ext cx="914400" cy="612648"/>
          </a:xfrm>
          <a:prstGeom prst="flowChartDocument">
            <a:avLst/>
          </a:prstGeom>
          <a:solidFill>
            <a:schemeClr val="tx2">
              <a:lumMod val="50000"/>
              <a:lumOff val="50000"/>
            </a:schemeClr>
          </a:solidFill>
          <a:ln w="603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cellar.csv</a:t>
            </a:r>
            <a:endParaRPr lang="en-US" sz="12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642051-84D2-9FA8-099E-C535CD3C0C21}"/>
              </a:ext>
            </a:extLst>
          </p:cNvPr>
          <p:cNvSpPr/>
          <p:nvPr/>
        </p:nvSpPr>
        <p:spPr>
          <a:xfrm>
            <a:off x="7590414" y="1483439"/>
            <a:ext cx="1752744" cy="51768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603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WineBuddy</a:t>
            </a:r>
            <a:r>
              <a:rPr lang="en-US" sz="1200" dirty="0"/>
              <a:t> </a:t>
            </a:r>
            <a:r>
              <a:rPr lang="en-US" sz="1200" dirty="0" err="1"/>
              <a:t>SKILL.md</a:t>
            </a:r>
            <a:endParaRPr lang="en-US" sz="1200" dirty="0"/>
          </a:p>
        </p:txBody>
      </p:sp>
      <p:pic>
        <p:nvPicPr>
          <p:cNvPr id="11" name="Picture 10" descr="A close-up of a sign&#10;&#10;AI-generated content may be incorrect.">
            <a:extLst>
              <a:ext uri="{FF2B5EF4-FFF2-40B4-BE49-F238E27FC236}">
                <a16:creationId xmlns:a16="http://schemas.microsoft.com/office/drawing/2014/main" id="{743307AC-86DB-5790-A09B-51EE9B0A2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212" y="4597232"/>
            <a:ext cx="1866900" cy="9779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7AFF1DF3-A334-4331-2817-B5339FCE356F}"/>
              </a:ext>
            </a:extLst>
          </p:cNvPr>
          <p:cNvSpPr/>
          <p:nvPr/>
        </p:nvSpPr>
        <p:spPr>
          <a:xfrm rot="10800000">
            <a:off x="10616722" y="3617535"/>
            <a:ext cx="308291" cy="88771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34EED-7ECC-ACDC-CE24-B944B6D216E1}"/>
              </a:ext>
            </a:extLst>
          </p:cNvPr>
          <p:cNvSpPr txBox="1"/>
          <p:nvPr/>
        </p:nvSpPr>
        <p:spPr>
          <a:xfrm>
            <a:off x="10925013" y="3922891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exports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66419D09-C688-253C-2AF5-750BDA1C4CAD}"/>
              </a:ext>
            </a:extLst>
          </p:cNvPr>
          <p:cNvSpPr/>
          <p:nvPr/>
        </p:nvSpPr>
        <p:spPr>
          <a:xfrm rot="5400000">
            <a:off x="9726780" y="2664783"/>
            <a:ext cx="277001" cy="990456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AF850-E728-AA2A-15EB-92B804304CA8}"/>
              </a:ext>
            </a:extLst>
          </p:cNvPr>
          <p:cNvSpPr txBox="1"/>
          <p:nvPr/>
        </p:nvSpPr>
        <p:spPr>
          <a:xfrm>
            <a:off x="9576699" y="2764355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imports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BBD99E4A-9F7F-BF93-1BEE-3CC245EC22F4}"/>
              </a:ext>
            </a:extLst>
          </p:cNvPr>
          <p:cNvSpPr/>
          <p:nvPr/>
        </p:nvSpPr>
        <p:spPr>
          <a:xfrm>
            <a:off x="8257081" y="3878240"/>
            <a:ext cx="308292" cy="5292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C9958-7429-A78C-BE09-F04A113E2555}"/>
              </a:ext>
            </a:extLst>
          </p:cNvPr>
          <p:cNvSpPr txBox="1"/>
          <p:nvPr/>
        </p:nvSpPr>
        <p:spPr>
          <a:xfrm>
            <a:off x="8505759" y="3907619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queries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87ACB853-2563-AB92-C29C-E2D1CD19A71A}"/>
              </a:ext>
            </a:extLst>
          </p:cNvPr>
          <p:cNvSpPr/>
          <p:nvPr/>
        </p:nvSpPr>
        <p:spPr>
          <a:xfrm>
            <a:off x="8280296" y="2103161"/>
            <a:ext cx="308292" cy="529200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EAB0D-5F74-7748-BE4F-C4F2734C1608}"/>
              </a:ext>
            </a:extLst>
          </p:cNvPr>
          <p:cNvSpPr txBox="1"/>
          <p:nvPr/>
        </p:nvSpPr>
        <p:spPr>
          <a:xfrm>
            <a:off x="8541808" y="2221828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9B179D7-E0A4-07AA-A4F5-794AC2487E60}"/>
              </a:ext>
            </a:extLst>
          </p:cNvPr>
          <p:cNvSpPr/>
          <p:nvPr/>
        </p:nvSpPr>
        <p:spPr>
          <a:xfrm>
            <a:off x="4761281" y="1268104"/>
            <a:ext cx="1752744" cy="99615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6032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Claude Code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739B924-A9F2-D2D9-251C-F39D58E5886D}"/>
              </a:ext>
            </a:extLst>
          </p:cNvPr>
          <p:cNvSpPr/>
          <p:nvPr/>
        </p:nvSpPr>
        <p:spPr>
          <a:xfrm rot="16200000">
            <a:off x="6950794" y="1393391"/>
            <a:ext cx="308292" cy="736499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7329C-90C6-2816-B3CB-0E6CEFFE9594}"/>
              </a:ext>
            </a:extLst>
          </p:cNvPr>
          <p:cNvSpPr txBox="1"/>
          <p:nvPr/>
        </p:nvSpPr>
        <p:spPr>
          <a:xfrm>
            <a:off x="6736690" y="1376875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loads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E0D78E8-4D67-B4CE-6B2E-1AC625F9E68A}"/>
              </a:ext>
            </a:extLst>
          </p:cNvPr>
          <p:cNvSpPr/>
          <p:nvPr/>
        </p:nvSpPr>
        <p:spPr>
          <a:xfrm>
            <a:off x="4761281" y="3380163"/>
            <a:ext cx="1752744" cy="996155"/>
          </a:xfrm>
          <a:prstGeom prst="roundRect">
            <a:avLst/>
          </a:prstGeom>
          <a:solidFill>
            <a:srgbClr val="FFC000"/>
          </a:solidFill>
          <a:ln w="60325">
            <a:solidFill>
              <a:srgbClr val="FF7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WineBuddy</a:t>
            </a:r>
            <a:r>
              <a:rPr lang="en-US" sz="1200" dirty="0"/>
              <a:t>  Slack App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9DE235C9-B094-A244-312C-6733B7FBE1EB}"/>
              </a:ext>
            </a:extLst>
          </p:cNvPr>
          <p:cNvSpPr/>
          <p:nvPr/>
        </p:nvSpPr>
        <p:spPr>
          <a:xfrm rot="10800000">
            <a:off x="5301849" y="2362917"/>
            <a:ext cx="308292" cy="736499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685F9-7455-01FB-5857-66CE6D6230DC}"/>
              </a:ext>
            </a:extLst>
          </p:cNvPr>
          <p:cNvSpPr txBox="1"/>
          <p:nvPr/>
        </p:nvSpPr>
        <p:spPr>
          <a:xfrm>
            <a:off x="4582328" y="2622012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prompts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3501AF9-96FC-BE85-FAA3-1A54E3382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295" y="3322025"/>
            <a:ext cx="2439403" cy="996155"/>
          </a:xfrm>
          <a:prstGeom prst="rect">
            <a:avLst/>
          </a:prstGeom>
        </p:spPr>
      </p:pic>
      <p:sp>
        <p:nvSpPr>
          <p:cNvPr id="29" name="Down Arrow 28">
            <a:extLst>
              <a:ext uri="{FF2B5EF4-FFF2-40B4-BE49-F238E27FC236}">
                <a16:creationId xmlns:a16="http://schemas.microsoft.com/office/drawing/2014/main" id="{AACAF8AA-55FD-29FD-168C-E9280FE64DF2}"/>
              </a:ext>
            </a:extLst>
          </p:cNvPr>
          <p:cNvSpPr/>
          <p:nvPr/>
        </p:nvSpPr>
        <p:spPr>
          <a:xfrm>
            <a:off x="5806831" y="2419669"/>
            <a:ext cx="308292" cy="736499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CAA49C-82FC-C883-D282-B3FEDAC10BA5}"/>
              </a:ext>
            </a:extLst>
          </p:cNvPr>
          <p:cNvSpPr txBox="1"/>
          <p:nvPr/>
        </p:nvSpPr>
        <p:spPr>
          <a:xfrm>
            <a:off x="6067812" y="2581897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responses</a:t>
            </a:r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B37C5A14-1232-17CC-D166-34ABF4788B43}"/>
              </a:ext>
            </a:extLst>
          </p:cNvPr>
          <p:cNvSpPr/>
          <p:nvPr/>
        </p:nvSpPr>
        <p:spPr>
          <a:xfrm rot="16200000">
            <a:off x="3950062" y="3297706"/>
            <a:ext cx="308292" cy="736499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EDB4361A-B5DC-7FF3-5D5B-D751376B7D81}"/>
              </a:ext>
            </a:extLst>
          </p:cNvPr>
          <p:cNvSpPr/>
          <p:nvPr/>
        </p:nvSpPr>
        <p:spPr>
          <a:xfrm rot="5400000">
            <a:off x="3920689" y="3669039"/>
            <a:ext cx="308292" cy="736499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E89C61-83FE-2418-6365-1D87AA6B97D1}"/>
              </a:ext>
            </a:extLst>
          </p:cNvPr>
          <p:cNvSpPr txBox="1"/>
          <p:nvPr/>
        </p:nvSpPr>
        <p:spPr>
          <a:xfrm>
            <a:off x="3717236" y="3207010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events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765699-3D4A-AB0A-1A81-EFEB562F9F9D}"/>
              </a:ext>
            </a:extLst>
          </p:cNvPr>
          <p:cNvSpPr txBox="1"/>
          <p:nvPr/>
        </p:nvSpPr>
        <p:spPr>
          <a:xfrm>
            <a:off x="3675994" y="4228250"/>
            <a:ext cx="1085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responses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EC3B626C-7FC5-C088-7B0F-075D618787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5761" y="2287789"/>
            <a:ext cx="689144" cy="68914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8433634-AEAC-0AF8-3471-07F49B4C4DDC}"/>
              </a:ext>
            </a:extLst>
          </p:cNvPr>
          <p:cNvSpPr txBox="1"/>
          <p:nvPr/>
        </p:nvSpPr>
        <p:spPr>
          <a:xfrm>
            <a:off x="2420039" y="1281494"/>
            <a:ext cx="1309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What from my cellar would pair well with Salmon?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9AF54E-28A3-EA41-76A9-8B29D5EF0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403" y="493387"/>
            <a:ext cx="1905000" cy="1422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FADDE45-951B-6E1F-B1F0-0D96BD01A551}"/>
              </a:ext>
            </a:extLst>
          </p:cNvPr>
          <p:cNvSpPr txBox="1"/>
          <p:nvPr/>
        </p:nvSpPr>
        <p:spPr>
          <a:xfrm>
            <a:off x="881995" y="842088"/>
            <a:ext cx="130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What Italian wines do I have?</a:t>
            </a:r>
          </a:p>
        </p:txBody>
      </p:sp>
    </p:spTree>
    <p:extLst>
      <p:ext uri="{BB962C8B-B14F-4D97-AF65-F5344CB8AC3E}">
        <p14:creationId xmlns:p14="http://schemas.microsoft.com/office/powerpoint/2010/main" val="136226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46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Chambers</dc:creator>
  <cp:lastModifiedBy>Jason Chambers</cp:lastModifiedBy>
  <cp:revision>1</cp:revision>
  <dcterms:created xsi:type="dcterms:W3CDTF">2026-02-01T21:45:46Z</dcterms:created>
  <dcterms:modified xsi:type="dcterms:W3CDTF">2026-02-01T22:30:00Z</dcterms:modified>
</cp:coreProperties>
</file>